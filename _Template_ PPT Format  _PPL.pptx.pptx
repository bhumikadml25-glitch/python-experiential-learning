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58" r:id="rId1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9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9" y="6546849"/>
                </a:lnTo>
                <a:close/>
              </a:path>
            </a:pathLst>
          </a:custGeom>
          <a:ln w="9524">
            <a:solidFill>
              <a:srgbClr val="79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426" y="2896496"/>
            <a:ext cx="3082925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285368"/>
            <a:ext cx="754380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en-US" sz="3200" dirty="0">
                <a:solidFill>
                  <a:srgbClr val="000000"/>
                </a:solidFill>
                <a:latin typeface="Times New Roman"/>
                <a:cs typeface="Times New Roman"/>
              </a:rPr>
              <a:t>Experiential</a:t>
            </a:r>
            <a:r>
              <a:rPr lang="en-US" sz="32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Learning </a:t>
            </a:r>
            <a:r>
              <a:rPr lang="en-US"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lang="en-US" sz="32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 spc="-30" dirty="0">
                <a:solidFill>
                  <a:srgbClr val="000000"/>
                </a:solidFill>
                <a:latin typeface="Times New Roman"/>
                <a:cs typeface="Times New Roman"/>
              </a:rPr>
              <a:t>Assessment-</a:t>
            </a:r>
            <a:r>
              <a:rPr lang="en-US" sz="3200" spc="-50" dirty="0">
                <a:solidFill>
                  <a:srgbClr val="000000"/>
                </a:solidFill>
                <a:latin typeface="Times New Roman"/>
                <a:cs typeface="Times New Roman"/>
              </a:rPr>
              <a:t>I </a:t>
            </a:r>
            <a:r>
              <a:rPr lang="en-US"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endParaRPr lang="en-US" sz="3200" dirty="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lang="en-US" sz="3200" dirty="0">
                <a:latin typeface="Times New Roman"/>
                <a:cs typeface="Times New Roman"/>
              </a:rPr>
              <a:t>“</a:t>
            </a:r>
            <a:r>
              <a:rPr lang="en-US" sz="3200" spc="-140" dirty="0">
                <a:latin typeface="Times New Roman"/>
                <a:cs typeface="Times New Roman"/>
              </a:rPr>
              <a:t> </a:t>
            </a:r>
            <a:r>
              <a:rPr lang="en-US" sz="3200" spc="-35" dirty="0">
                <a:solidFill>
                  <a:srgbClr val="000000"/>
                </a:solidFill>
                <a:latin typeface="Times New Roman"/>
                <a:cs typeface="Times New Roman"/>
              </a:rPr>
              <a:t>Random Password Generator in Python</a:t>
            </a:r>
            <a:r>
              <a:rPr lang="en-US" sz="3200" spc="-10" dirty="0">
                <a:latin typeface="Times New Roman"/>
                <a:cs typeface="Times New Roman"/>
              </a:rPr>
              <a:t>”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5150" y="2238120"/>
            <a:ext cx="6595109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800" b="1" spc="-1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400" b="1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PCCCM304P)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825" y="3310932"/>
            <a:ext cx="14522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9716" y="3292240"/>
            <a:ext cx="22193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4569" marR="5080" indent="-99250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2095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Mrs.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Mayuri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Getme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8575" y="3286617"/>
            <a:ext cx="1455566" cy="102441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26697" y="4662423"/>
            <a:ext cx="7976870" cy="203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521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Times New Roman"/>
                <a:cs typeface="Times New Roman"/>
              </a:rPr>
              <a:t>Session:2026-</a:t>
            </a:r>
            <a:r>
              <a:rPr sz="2200" b="1" dirty="0">
                <a:latin typeface="Times New Roman"/>
                <a:cs typeface="Times New Roman"/>
              </a:rPr>
              <a:t>27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-50" dirty="0">
                <a:latin typeface="Times New Roman"/>
                <a:cs typeface="Times New Roman"/>
              </a:rPr>
              <a:t> )</a:t>
            </a:r>
            <a:endParaRPr sz="2200" dirty="0">
              <a:latin typeface="Times New Roman"/>
              <a:cs typeface="Times New Roman"/>
            </a:endParaRPr>
          </a:p>
          <a:p>
            <a:pPr marL="2287905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Times New Roman"/>
                <a:cs typeface="Times New Roman"/>
              </a:rPr>
              <a:t>Department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340"/>
              </a:lnSpc>
              <a:spcBef>
                <a:spcPts val="635"/>
              </a:spcBef>
            </a:pP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TECHNOLOGY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MANAGEMENT</a:t>
            </a:r>
            <a:r>
              <a:rPr sz="2000" b="1" spc="-1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</a:t>
            </a:r>
            <a:endParaRPr sz="2000" dirty="0">
              <a:latin typeface="Times New Roman"/>
              <a:cs typeface="Times New Roman"/>
            </a:endParaRPr>
          </a:p>
          <a:p>
            <a:pPr marL="2265045">
              <a:lnSpc>
                <a:spcPts val="2255"/>
              </a:lnSpc>
            </a:pPr>
            <a:r>
              <a:rPr sz="2000" b="1" spc="-10" dirty="0">
                <a:latin typeface="Times New Roman"/>
                <a:cs typeface="Times New Roman"/>
              </a:rPr>
              <a:t>RESEARCH,NAGPUR</a:t>
            </a:r>
            <a:endParaRPr sz="2000" dirty="0">
              <a:latin typeface="Times New Roman"/>
              <a:cs typeface="Times New Roman"/>
            </a:endParaRPr>
          </a:p>
          <a:p>
            <a:pPr marL="481330">
              <a:lnSpc>
                <a:spcPts val="2315"/>
              </a:lnSpc>
            </a:pPr>
            <a:r>
              <a:rPr sz="2000" b="1" spc="-20" dirty="0">
                <a:latin typeface="Times New Roman"/>
                <a:cs typeface="Times New Roman"/>
              </a:rPr>
              <a:t>An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Autonomous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Institute,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Affiliated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RTMNU,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Nagpur</a:t>
            </a:r>
            <a:endParaRPr sz="200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77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B7BA0-5FCF-EC61-0529-8B1E914F398D}"/>
              </a:ext>
            </a:extLst>
          </p:cNvPr>
          <p:cNvSpPr txBox="1"/>
          <p:nvPr/>
        </p:nvSpPr>
        <p:spPr>
          <a:xfrm>
            <a:off x="533400" y="3641132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Bhumika Dandare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CM25012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3401" y="1905000"/>
            <a:ext cx="7437096" cy="3459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263525" algn="l"/>
              </a:tabLst>
            </a:pP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  <a:p>
            <a:pPr marL="46990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263525" algn="l"/>
              </a:tabLst>
            </a:pP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6990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263525" algn="l"/>
              </a:tabLst>
            </a:pP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marL="46990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263525" algn="l"/>
              </a:tabLst>
            </a:pP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Flowchart/pseudocode</a:t>
            </a:r>
          </a:p>
          <a:p>
            <a:pPr marL="46990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263525" algn="l"/>
              </a:tabLst>
            </a:pPr>
            <a:r>
              <a:rPr lang="en-IN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  <a:r>
              <a:rPr lang="en-IN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  <a:p>
            <a:pPr marL="469265" marR="508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264160" algn="l"/>
              </a:tabLst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account,</a:t>
            </a:r>
            <a:r>
              <a:rPr lang="en-IN"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en-IN"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creation,</a:t>
            </a:r>
            <a:r>
              <a:rPr lang="en-IN"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uploading</a:t>
            </a:r>
            <a:r>
              <a:rPr lang="en-IN"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code,</a:t>
            </a:r>
            <a:r>
              <a:rPr lang="en-IN"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</a:t>
            </a:r>
            <a:r>
              <a:rPr lang="en-IN"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commits, </a:t>
            </a:r>
            <a:r>
              <a:rPr lang="en-IN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collaboration,</a:t>
            </a:r>
            <a:r>
              <a:rPr lang="en-IN"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r>
              <a:rPr lang="en-IN"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270" y="6405330"/>
            <a:ext cx="3459479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S.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B.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Jain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Institute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Technology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Management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research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47CDD1A-8908-40C4-8695-EA02E2C58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70" y="304800"/>
            <a:ext cx="6399530" cy="9144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839E932-76C5-5702-533F-E6329F838362}"/>
              </a:ext>
            </a:extLst>
          </p:cNvPr>
          <p:cNvSpPr/>
          <p:nvPr/>
        </p:nvSpPr>
        <p:spPr>
          <a:xfrm>
            <a:off x="382270" y="304800"/>
            <a:ext cx="5027930" cy="9906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CB720A-484E-0595-D1EE-1DC62E16FA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71" y="304800"/>
            <a:ext cx="1141730" cy="10457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B0DFA-684A-88A2-E84E-F5320FE78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E4995-4E9C-46FA-CAB9-7E09B4C05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893647"/>
          </a:xfrm>
        </p:spPr>
        <p:txBody>
          <a:bodyPr/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passwords for many online accounts.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repeated passwords are easier to guess.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different strong password for every account can be difficult.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need passwords with a combination of different characters.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we developed a Python program that automatically generates customizable passwords.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can decide the length and character types used in the password.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Types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Uppercase: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A–Z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Lowercase: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a–z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0–9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Characters: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@, #, $, %, etc.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E38FEB-1A63-6136-1959-86D7DE4ACAB1}"/>
              </a:ext>
            </a:extLst>
          </p:cNvPr>
          <p:cNvSpPr/>
          <p:nvPr/>
        </p:nvSpPr>
        <p:spPr>
          <a:xfrm>
            <a:off x="304800" y="304800"/>
            <a:ext cx="7543800" cy="12725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ln w="1270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1F8E57-3A46-EC95-42DF-509DA93BE7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02064"/>
            <a:ext cx="1143000" cy="12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57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84F30-5D32-8AC9-0FD5-0C023B2E8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509F9-57C8-60F7-F669-38A5C73B1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050" y="1986647"/>
            <a:ext cx="8343900" cy="3600986"/>
          </a:xfrm>
        </p:spPr>
        <p:txBody>
          <a:bodyPr/>
          <a:lstStyle/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practical application using Python.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passwords automatically using random character selection.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users to customize password length.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different character-selection options.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Python concepts through a real-world problem.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conditions, loops, functions and modules.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secure random generation using the secrets module.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practical experience with GitHub and version control.</a:t>
            </a:r>
          </a:p>
          <a:p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BD5DE8-1727-F149-E4E8-6F418CA951AD}"/>
              </a:ext>
            </a:extLst>
          </p:cNvPr>
          <p:cNvSpPr/>
          <p:nvPr/>
        </p:nvSpPr>
        <p:spPr>
          <a:xfrm>
            <a:off x="304801" y="152400"/>
            <a:ext cx="6400800" cy="14249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Objectives</a:t>
            </a:r>
            <a:endParaRPr lang="en-IN" sz="48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E5918E-64C5-1C2B-AE9E-17DAFC660B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152400"/>
            <a:ext cx="1483640" cy="142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446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2B5CC-C8B8-066E-4B6D-968D84069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1D41B-69C7-3D24-0CD0-63BB696E4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2057400"/>
            <a:ext cx="8305800" cy="3693319"/>
          </a:xfrm>
        </p:spPr>
        <p:txBody>
          <a:bodyPr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Start the program.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Ask the user to enter the required password length.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Ask the user whether to include: Uppercase letters Lowercase letters Numbers Special symbols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Create an empty character set.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Add the selected character types to the character set.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Check whether the character set is empty. If Yes, display "Please select at least one character type" and stop. If No, continue.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Randomly select characters from the character set until the required password length is reached.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8: Display the generated password.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9: End the program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8289CE-D308-F8E6-D9A9-79044012ADF5}"/>
              </a:ext>
            </a:extLst>
          </p:cNvPr>
          <p:cNvSpPr/>
          <p:nvPr/>
        </p:nvSpPr>
        <p:spPr>
          <a:xfrm>
            <a:off x="457200" y="304800"/>
            <a:ext cx="6172200" cy="12725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44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7B7F74-91E4-F1B6-FCA5-6A41EA83DC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271559"/>
            <a:ext cx="1447799" cy="130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10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A8D0F-333F-C660-6484-E937D93F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20748-350A-2BC7-E8B8-2F2BA6E56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676400"/>
            <a:ext cx="8305800" cy="46482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6F0D48-CAAB-9D2C-0583-30B4611E4753}"/>
              </a:ext>
            </a:extLst>
          </p:cNvPr>
          <p:cNvSpPr/>
          <p:nvPr/>
        </p:nvSpPr>
        <p:spPr>
          <a:xfrm>
            <a:off x="457200" y="381000"/>
            <a:ext cx="7315200" cy="11963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endParaRPr lang="en-IN" sz="48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7D7C24-42FF-49D7-BFEE-F02183CFE4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81000"/>
            <a:ext cx="1676399" cy="119634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60AAD89-938D-CA22-52FE-E2AAA4B47504}"/>
              </a:ext>
            </a:extLst>
          </p:cNvPr>
          <p:cNvSpPr/>
          <p:nvPr/>
        </p:nvSpPr>
        <p:spPr>
          <a:xfrm>
            <a:off x="2743200" y="1829696"/>
            <a:ext cx="2362200" cy="10668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9058CC-6FF4-DDD3-843A-752C5016B14C}"/>
              </a:ext>
            </a:extLst>
          </p:cNvPr>
          <p:cNvCxnSpPr>
            <a:cxnSpLocks/>
          </p:cNvCxnSpPr>
          <p:nvPr/>
        </p:nvCxnSpPr>
        <p:spPr>
          <a:xfrm>
            <a:off x="3810000" y="2896496"/>
            <a:ext cx="0" cy="303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Flowchart: Data 15">
            <a:extLst>
              <a:ext uri="{FF2B5EF4-FFF2-40B4-BE49-F238E27FC236}">
                <a16:creationId xmlns:a16="http://schemas.microsoft.com/office/drawing/2014/main" id="{52D1FA88-E87A-6E69-0510-E681C2529221}"/>
              </a:ext>
            </a:extLst>
          </p:cNvPr>
          <p:cNvSpPr/>
          <p:nvPr/>
        </p:nvSpPr>
        <p:spPr>
          <a:xfrm>
            <a:off x="1773028" y="3208834"/>
            <a:ext cx="4073943" cy="924194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Password Length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454A93-975A-43AE-0CB9-E75BD64E0D19}"/>
              </a:ext>
            </a:extLst>
          </p:cNvPr>
          <p:cNvCxnSpPr>
            <a:stCxn id="16" idx="4"/>
          </p:cNvCxnSpPr>
          <p:nvPr/>
        </p:nvCxnSpPr>
        <p:spPr>
          <a:xfrm flipH="1">
            <a:off x="3809999" y="4133028"/>
            <a:ext cx="1" cy="362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Flowchart: Data 18">
            <a:extLst>
              <a:ext uri="{FF2B5EF4-FFF2-40B4-BE49-F238E27FC236}">
                <a16:creationId xmlns:a16="http://schemas.microsoft.com/office/drawing/2014/main" id="{A62DFC8B-95D8-E735-DF45-74A0EE0B421F}"/>
              </a:ext>
            </a:extLst>
          </p:cNvPr>
          <p:cNvSpPr/>
          <p:nvPr/>
        </p:nvSpPr>
        <p:spPr>
          <a:xfrm>
            <a:off x="1503577" y="4515465"/>
            <a:ext cx="4343394" cy="157734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Character Types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Uppercase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Lowercase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621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F0D7D-2961-7C3A-2EF2-BFC6461A4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F4F92-9540-CA12-3D49-850E0E072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228600"/>
            <a:ext cx="8458200" cy="589788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8EA84650-1422-6312-3F79-AC7E553B101E}"/>
              </a:ext>
            </a:extLst>
          </p:cNvPr>
          <p:cNvSpPr/>
          <p:nvPr/>
        </p:nvSpPr>
        <p:spPr>
          <a:xfrm>
            <a:off x="3581400" y="381000"/>
            <a:ext cx="609600" cy="756920"/>
          </a:xfrm>
          <a:prstGeom prst="flowChartOffpage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99EF42-4A28-DFF9-7785-1A4E2CBD2FFF}"/>
              </a:ext>
            </a:extLst>
          </p:cNvPr>
          <p:cNvCxnSpPr>
            <a:stCxn id="4" idx="2"/>
          </p:cNvCxnSpPr>
          <p:nvPr/>
        </p:nvCxnSpPr>
        <p:spPr>
          <a:xfrm>
            <a:off x="3886200" y="1137920"/>
            <a:ext cx="0" cy="233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D9025FF-571B-0724-DF9B-7844A3BD12DC}"/>
              </a:ext>
            </a:extLst>
          </p:cNvPr>
          <p:cNvSpPr/>
          <p:nvPr/>
        </p:nvSpPr>
        <p:spPr>
          <a:xfrm>
            <a:off x="1752604" y="1371600"/>
            <a:ext cx="4378747" cy="756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Character Set from selected types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74FB69-817A-8DDE-A214-7EDB9520B9CC}"/>
              </a:ext>
            </a:extLst>
          </p:cNvPr>
          <p:cNvCxnSpPr>
            <a:cxnSpLocks/>
          </p:cNvCxnSpPr>
          <p:nvPr/>
        </p:nvCxnSpPr>
        <p:spPr>
          <a:xfrm>
            <a:off x="3886200" y="2128520"/>
            <a:ext cx="0" cy="309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Flowchart: Decision 15">
            <a:extLst>
              <a:ext uri="{FF2B5EF4-FFF2-40B4-BE49-F238E27FC236}">
                <a16:creationId xmlns:a16="http://schemas.microsoft.com/office/drawing/2014/main" id="{77E9DF82-503C-3F5F-B7BE-5F66F0EF0072}"/>
              </a:ext>
            </a:extLst>
          </p:cNvPr>
          <p:cNvSpPr/>
          <p:nvPr/>
        </p:nvSpPr>
        <p:spPr>
          <a:xfrm>
            <a:off x="2505078" y="2471420"/>
            <a:ext cx="2762244" cy="149098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character set empty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CBEC612-BF2C-92B8-ECC3-5C290EE2B536}"/>
              </a:ext>
            </a:extLst>
          </p:cNvPr>
          <p:cNvCxnSpPr>
            <a:stCxn id="16" idx="2"/>
          </p:cNvCxnSpPr>
          <p:nvPr/>
        </p:nvCxnSpPr>
        <p:spPr>
          <a:xfrm>
            <a:off x="3886200" y="39624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AD49BA7-E53D-F8C7-5E79-6B9A4B47EB2E}"/>
              </a:ext>
            </a:extLst>
          </p:cNvPr>
          <p:cNvCxnSpPr/>
          <p:nvPr/>
        </p:nvCxnSpPr>
        <p:spPr>
          <a:xfrm>
            <a:off x="2362200" y="4343400"/>
            <a:ext cx="3429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B878D8A-AC6D-7A95-7EA0-8937304A1607}"/>
              </a:ext>
            </a:extLst>
          </p:cNvPr>
          <p:cNvCxnSpPr>
            <a:cxnSpLocks/>
          </p:cNvCxnSpPr>
          <p:nvPr/>
        </p:nvCxnSpPr>
        <p:spPr>
          <a:xfrm>
            <a:off x="2362200" y="4343400"/>
            <a:ext cx="0" cy="22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49FAB3-F2D1-A65E-1489-632B2DDA977C}"/>
              </a:ext>
            </a:extLst>
          </p:cNvPr>
          <p:cNvCxnSpPr/>
          <p:nvPr/>
        </p:nvCxnSpPr>
        <p:spPr>
          <a:xfrm>
            <a:off x="5791200" y="4343400"/>
            <a:ext cx="0" cy="22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Flowchart: Data 25">
            <a:extLst>
              <a:ext uri="{FF2B5EF4-FFF2-40B4-BE49-F238E27FC236}">
                <a16:creationId xmlns:a16="http://schemas.microsoft.com/office/drawing/2014/main" id="{E032DE1E-7A92-FC02-C16E-407A859DF666}"/>
              </a:ext>
            </a:extLst>
          </p:cNvPr>
          <p:cNvSpPr/>
          <p:nvPr/>
        </p:nvSpPr>
        <p:spPr>
          <a:xfrm>
            <a:off x="685803" y="4606457"/>
            <a:ext cx="2895590" cy="1296296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Error: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select at least one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charecter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Flowchart: Data 26">
            <a:extLst>
              <a:ext uri="{FF2B5EF4-FFF2-40B4-BE49-F238E27FC236}">
                <a16:creationId xmlns:a16="http://schemas.microsoft.com/office/drawing/2014/main" id="{06F2AC69-55EE-1564-9553-87EE489B3A36}"/>
              </a:ext>
            </a:extLst>
          </p:cNvPr>
          <p:cNvSpPr/>
          <p:nvPr/>
        </p:nvSpPr>
        <p:spPr>
          <a:xfrm>
            <a:off x="4308474" y="4628534"/>
            <a:ext cx="3082925" cy="1296291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random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until required length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789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28D4A-4EC0-2F54-103D-061246C8B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0395C-6C43-A052-A10D-0B72A03C4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304800"/>
            <a:ext cx="8534400" cy="59436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B6022149-5B8F-ED1B-A7FE-0F7587B7306B}"/>
              </a:ext>
            </a:extLst>
          </p:cNvPr>
          <p:cNvSpPr/>
          <p:nvPr/>
        </p:nvSpPr>
        <p:spPr>
          <a:xfrm>
            <a:off x="3505200" y="685800"/>
            <a:ext cx="609600" cy="756920"/>
          </a:xfrm>
          <a:prstGeom prst="flowChartOffpage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37D162F-DCBD-6F59-B520-D241D6C7F4B6}"/>
              </a:ext>
            </a:extLst>
          </p:cNvPr>
          <p:cNvCxnSpPr>
            <a:stCxn id="4" idx="2"/>
          </p:cNvCxnSpPr>
          <p:nvPr/>
        </p:nvCxnSpPr>
        <p:spPr>
          <a:xfrm>
            <a:off x="3810000" y="1442720"/>
            <a:ext cx="0" cy="386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946EE9-2EE5-D060-4727-50BED7516834}"/>
              </a:ext>
            </a:extLst>
          </p:cNvPr>
          <p:cNvCxnSpPr/>
          <p:nvPr/>
        </p:nvCxnSpPr>
        <p:spPr>
          <a:xfrm>
            <a:off x="2039724" y="1828800"/>
            <a:ext cx="41501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1D270E-956E-1451-6500-744369BC7557}"/>
              </a:ext>
            </a:extLst>
          </p:cNvPr>
          <p:cNvCxnSpPr/>
          <p:nvPr/>
        </p:nvCxnSpPr>
        <p:spPr>
          <a:xfrm>
            <a:off x="2039724" y="182880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B9E7BF-7EEC-722C-814E-00AC4CAE6973}"/>
              </a:ext>
            </a:extLst>
          </p:cNvPr>
          <p:cNvCxnSpPr/>
          <p:nvPr/>
        </p:nvCxnSpPr>
        <p:spPr>
          <a:xfrm>
            <a:off x="6156400" y="182880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C8A67D4-1DE1-6C10-D381-AF8EDFBD3BCA}"/>
              </a:ext>
            </a:extLst>
          </p:cNvPr>
          <p:cNvSpPr/>
          <p:nvPr/>
        </p:nvSpPr>
        <p:spPr>
          <a:xfrm>
            <a:off x="1600201" y="2285999"/>
            <a:ext cx="914391" cy="4571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6EAA97-767C-C3E4-2BC0-E5775C4C4CDE}"/>
              </a:ext>
            </a:extLst>
          </p:cNvPr>
          <p:cNvSpPr/>
          <p:nvPr/>
        </p:nvSpPr>
        <p:spPr>
          <a:xfrm>
            <a:off x="4970677" y="2217172"/>
            <a:ext cx="2514598" cy="8381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generate password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950176-2C6E-516B-8BC1-2BBFD7F68D3C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227976" y="3055354"/>
            <a:ext cx="0" cy="381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20A18CB-CFBB-3F17-1A78-1FEFAD1C70D1}"/>
              </a:ext>
            </a:extLst>
          </p:cNvPr>
          <p:cNvSpPr/>
          <p:nvPr/>
        </p:nvSpPr>
        <p:spPr>
          <a:xfrm>
            <a:off x="5524502" y="3428981"/>
            <a:ext cx="1371600" cy="533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405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E383-6917-2A7E-14E8-A42CA62BD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585FA-8C52-A71E-EEEE-841B98EF4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05000"/>
            <a:ext cx="8343900" cy="4154984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b="1" dirty="0"/>
              <a:t>Variables:</a:t>
            </a:r>
            <a:r>
              <a:rPr lang="en-IN" dirty="0"/>
              <a:t> Used to store information such as password length and the generated password. </a:t>
            </a:r>
          </a:p>
          <a:p>
            <a:pPr lvl="0"/>
            <a:r>
              <a:rPr lang="en-IN" b="1" dirty="0"/>
              <a:t>Input:</a:t>
            </a:r>
            <a:r>
              <a:rPr lang="en-IN" dirty="0"/>
              <a:t> The input() function is used to take the required password length and choices from the user. </a:t>
            </a:r>
          </a:p>
          <a:p>
            <a:pPr lvl="0"/>
            <a:r>
              <a:rPr lang="en-IN" b="1" dirty="0"/>
              <a:t>If Condition:</a:t>
            </a:r>
            <a:r>
              <a:rPr lang="en-IN" dirty="0"/>
              <a:t> Used to check which types of characters the user wants to include. </a:t>
            </a:r>
          </a:p>
          <a:p>
            <a:pPr lvl="0"/>
            <a:r>
              <a:rPr lang="en-IN" b="1" dirty="0"/>
              <a:t>Loop:</a:t>
            </a:r>
            <a:r>
              <a:rPr lang="en-IN" dirty="0"/>
              <a:t> Used to repeatedly select characters until the required password length is reached. </a:t>
            </a:r>
          </a:p>
          <a:p>
            <a:pPr lvl="0"/>
            <a:r>
              <a:rPr lang="en-IN" b="1" dirty="0"/>
              <a:t>Function:</a:t>
            </a:r>
            <a:r>
              <a:rPr lang="en-IN" dirty="0"/>
              <a:t> Helps organize the password-generation process into a reusable block of code. </a:t>
            </a:r>
          </a:p>
          <a:p>
            <a:pPr lvl="0"/>
            <a:r>
              <a:rPr lang="en-IN" b="1" dirty="0"/>
              <a:t>String:</a:t>
            </a:r>
            <a:r>
              <a:rPr lang="en-IN" dirty="0"/>
              <a:t> Used to handle letters, numbers, and special characters. </a:t>
            </a:r>
          </a:p>
          <a:p>
            <a:pPr lvl="0"/>
            <a:r>
              <a:rPr lang="en-IN" b="1" dirty="0"/>
              <a:t>Modules:</a:t>
            </a:r>
            <a:r>
              <a:rPr lang="en-IN" dirty="0"/>
              <a:t> The string and secrets modules provide useful features for password generation. </a:t>
            </a:r>
          </a:p>
          <a:p>
            <a:pPr lvl="0"/>
            <a:r>
              <a:rPr lang="en-IN" b="1" dirty="0"/>
              <a:t>Random Selection:</a:t>
            </a:r>
            <a:r>
              <a:rPr lang="en-IN" dirty="0"/>
              <a:t> </a:t>
            </a:r>
            <a:r>
              <a:rPr lang="en-IN" dirty="0" err="1"/>
              <a:t>secrets.choice</a:t>
            </a:r>
            <a:r>
              <a:rPr lang="en-IN" dirty="0"/>
              <a:t>() selects a character randomly from the available character set.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CAF54F9-6930-7860-D23D-096DFD070B1F}"/>
              </a:ext>
            </a:extLst>
          </p:cNvPr>
          <p:cNvSpPr/>
          <p:nvPr/>
        </p:nvSpPr>
        <p:spPr>
          <a:xfrm>
            <a:off x="457200" y="457200"/>
            <a:ext cx="8077200" cy="10668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Of Python Logic</a:t>
            </a:r>
            <a:endParaRPr lang="en-IN" sz="32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ED037F-ED84-1A6D-187F-A487EC6ED9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442452"/>
            <a:ext cx="1066800" cy="106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73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FECE5-2A81-D7C0-A124-FE1349A1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74220-2D69-6E23-E6FE-67B31CBB4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752600"/>
            <a:ext cx="8534400" cy="10668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repository is an online storage space where the project’s Python code, files, documentation, and version history are maintained. A commit records project changes with a clear message, such as “Added password generation logic”, making the project history easy to understand</a:t>
            </a:r>
            <a:r>
              <a:rPr lang="en-IN" dirty="0"/>
              <a:t>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2C8132-40AC-63A0-E1B6-CD430EA15FE2}"/>
              </a:ext>
            </a:extLst>
          </p:cNvPr>
          <p:cNvSpPr/>
          <p:nvPr/>
        </p:nvSpPr>
        <p:spPr>
          <a:xfrm>
            <a:off x="417246" y="388374"/>
            <a:ext cx="8421954" cy="11963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              </a:t>
            </a:r>
            <a:r>
              <a:rPr lang="en-IN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1800" spc="-5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account,</a:t>
            </a:r>
            <a:r>
              <a:rPr lang="en-IN" sz="1800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en-IN" sz="1800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creation,</a:t>
            </a:r>
            <a:r>
              <a:rPr lang="en-IN" sz="1800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uploading</a:t>
            </a:r>
            <a:r>
              <a:rPr lang="en-IN" sz="1800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code,</a:t>
            </a:r>
            <a:r>
              <a:rPr lang="en-IN" sz="1800" spc="-5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meaningful</a:t>
            </a:r>
            <a:r>
              <a:rPr lang="en-IN" sz="1800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commits, </a:t>
            </a:r>
            <a:r>
              <a:rPr lang="en-IN" sz="1800" spc="-2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collaboration,</a:t>
            </a:r>
            <a:r>
              <a:rPr lang="en-IN" sz="1800" spc="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r>
              <a:rPr lang="en-IN" sz="1800" spc="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lang="en-IN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72E7FA-DF13-69EB-0AC3-F4501C71E7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94" y="381000"/>
            <a:ext cx="1290091" cy="1216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66C530-ECC3-0C4A-ED58-F83D7358B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896496"/>
            <a:ext cx="8382000" cy="327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260" dirty="0"/>
              <a:t> </a:t>
            </a:r>
            <a:r>
              <a:rPr spc="-70" dirty="0"/>
              <a:t>You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424" y="6355916"/>
            <a:ext cx="5756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S.</a:t>
            </a:r>
            <a:r>
              <a:rPr sz="1800" spc="-25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B.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Jain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Institute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of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Technology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Management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and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research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</TotalTime>
  <Words>655</Words>
  <Application>Microsoft Office PowerPoint</Application>
  <PresentationFormat>On-screen Show (4:3)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MT</vt:lpstr>
      <vt:lpstr>Calibri</vt:lpstr>
      <vt:lpstr>Cambria</vt:lpstr>
      <vt:lpstr>Times New Roman</vt:lpstr>
      <vt:lpstr>Wingdings</vt:lpstr>
      <vt:lpstr>Office Theme</vt:lpstr>
      <vt:lpstr>Experiential Learning Project Assessment-I on “ Random Password Generator in Python”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[Template] PPT Format  -PPL.pptx</dc:title>
  <cp:lastModifiedBy>bhushan dandare</cp:lastModifiedBy>
  <cp:revision>3</cp:revision>
  <dcterms:created xsi:type="dcterms:W3CDTF">2026-08-15T15:27:10Z</dcterms:created>
  <dcterms:modified xsi:type="dcterms:W3CDTF">2026-08-17T06:11:11Z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2026-08-15T00:00:00Z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2026-08-15T00:00:00Z</vt:filetime>
  </property>
</Properties>
</file>